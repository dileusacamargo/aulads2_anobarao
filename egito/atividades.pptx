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8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66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98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28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11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30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0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41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3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48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95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68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9FFEE-E80B-472C-A7D6-4B73CBFD60AF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E2B85-5152-49D6-B083-AAF6800FC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52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6192688" cy="93610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b="0" dirty="0" smtClean="0">
                <a:effectLst/>
              </a:rPr>
              <a:t/>
            </a:r>
            <a:br>
              <a:rPr lang="pt-BR" b="0" dirty="0" smtClean="0">
                <a:effectLst/>
              </a:rPr>
            </a:br>
            <a:r>
              <a:rPr lang="pt-BR" b="0" dirty="0" smtClean="0">
                <a:effectLst/>
              </a:rPr>
              <a:t/>
            </a:r>
            <a:br>
              <a:rPr lang="pt-BR" b="0" dirty="0" smtClean="0">
                <a:effectLst/>
              </a:rPr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67544" y="-99392"/>
            <a:ext cx="8280920" cy="1071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400" dirty="0"/>
              <a:t>Qual é o papel semântico da </a:t>
            </a:r>
            <a:r>
              <a:rPr lang="pt-BR" sz="2400" dirty="0" err="1"/>
              <a:t>tag</a:t>
            </a:r>
            <a:r>
              <a:rPr lang="pt-BR" sz="2400" dirty="0"/>
              <a:t> &lt;figure&gt; no HTML5 e como ela se relaciona com o conteúdo principal do texto? </a:t>
            </a:r>
            <a:endParaRPr lang="pt-BR" sz="2400" dirty="0" smtClean="0"/>
          </a:p>
          <a:p>
            <a:r>
              <a:rPr lang="pt-BR" sz="2400" dirty="0">
                <a:solidFill>
                  <a:srgbClr val="FF0000"/>
                </a:solidFill>
              </a:rPr>
              <a:t>A </a:t>
            </a:r>
            <a:r>
              <a:rPr lang="pt-BR" sz="2400" dirty="0" err="1">
                <a:solidFill>
                  <a:srgbClr val="FF0000"/>
                </a:solidFill>
              </a:rPr>
              <a:t>tag</a:t>
            </a:r>
            <a:r>
              <a:rPr lang="pt-BR" sz="2400" dirty="0">
                <a:solidFill>
                  <a:srgbClr val="FF0000"/>
                </a:solidFill>
              </a:rPr>
              <a:t> &lt;figure&gt; é um elemento semântico que serve como um container para agrupar conteúdos ilustrativos (como imagens, gráficos ou fotos) que formam uma unidade independente.</a:t>
            </a:r>
          </a:p>
          <a:p>
            <a:pPr marL="342900" indent="-342900">
              <a:buFont typeface="+mj-lt"/>
              <a:buAutoNum type="arabicPeriod"/>
            </a:pPr>
            <a:endParaRPr lang="pt-BR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pt-BR" sz="2400" dirty="0" smtClean="0"/>
              <a:t>No </a:t>
            </a:r>
            <a:r>
              <a:rPr lang="pt-BR" sz="2400" dirty="0"/>
              <a:t>trecho &lt;figure </a:t>
            </a:r>
            <a:r>
              <a:rPr lang="pt-BR" sz="2400" dirty="0" err="1"/>
              <a:t>class</a:t>
            </a:r>
            <a:r>
              <a:rPr lang="pt-BR" sz="2400" dirty="0"/>
              <a:t>="item-galeria"&gt;, para que serve a declaração do atributo </a:t>
            </a:r>
            <a:r>
              <a:rPr lang="pt-BR" sz="2400" dirty="0" err="1"/>
              <a:t>class</a:t>
            </a:r>
            <a:r>
              <a:rPr lang="pt-BR" sz="2400" dirty="0" smtClean="0"/>
              <a:t>?</a:t>
            </a:r>
          </a:p>
          <a:p>
            <a:r>
              <a:rPr lang="pt-BR" sz="2400" dirty="0">
                <a:solidFill>
                  <a:srgbClr val="FF0000"/>
                </a:solidFill>
              </a:rPr>
              <a:t>O atributo </a:t>
            </a:r>
            <a:r>
              <a:rPr lang="pt-BR" sz="2400" dirty="0" err="1">
                <a:solidFill>
                  <a:srgbClr val="FF0000"/>
                </a:solidFill>
              </a:rPr>
              <a:t>class</a:t>
            </a:r>
            <a:r>
              <a:rPr lang="pt-BR" sz="2400" dirty="0">
                <a:solidFill>
                  <a:srgbClr val="FF0000"/>
                </a:solidFill>
              </a:rPr>
              <a:t> serve para dar um nome de identificação específico a esse elemento.</a:t>
            </a:r>
            <a:endParaRPr lang="pt-BR" sz="2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 Qual é a função da </a:t>
            </a:r>
            <a:r>
              <a:rPr lang="pt-BR" sz="2400" dirty="0" err="1"/>
              <a:t>tag</a:t>
            </a:r>
            <a:r>
              <a:rPr lang="pt-BR" sz="2400" dirty="0"/>
              <a:t> &lt;</a:t>
            </a:r>
            <a:r>
              <a:rPr lang="pt-BR" sz="2400" dirty="0" err="1"/>
              <a:t>figcaption</a:t>
            </a:r>
            <a:r>
              <a:rPr lang="pt-BR" sz="2400" dirty="0"/>
              <a:t>&gt; e qual é a regra obrigatória de posicionamento dela em relação à estrutura do HTML</a:t>
            </a:r>
            <a:r>
              <a:rPr lang="pt-BR" sz="2400" dirty="0" smtClean="0"/>
              <a:t>?</a:t>
            </a:r>
          </a:p>
          <a:p>
            <a:r>
              <a:rPr lang="pt-BR" sz="2400" dirty="0">
                <a:solidFill>
                  <a:srgbClr val="FF0000"/>
                </a:solidFill>
              </a:rPr>
              <a:t> Sua função é conter o texto explicativo ou os créditos da imagem que está logo acima. A regra obrigatória é que ela deve sempre estar aninhada (inserida) dentro de um bloco &lt;figure&gt;.</a:t>
            </a:r>
            <a:endParaRPr lang="pt-BR" sz="2400" b="0" dirty="0" smtClean="0">
              <a:solidFill>
                <a:srgbClr val="FF0000"/>
              </a:solidFill>
              <a:effectLst/>
            </a:endParaRPr>
          </a:p>
          <a:p>
            <a:r>
              <a:rPr lang="pt-BR" sz="2400" dirty="0" smtClean="0"/>
              <a:t/>
            </a:r>
            <a:br>
              <a:rPr lang="pt-BR" sz="2400" dirty="0" smtClean="0"/>
            </a:br>
            <a:endParaRPr lang="pt-BR" sz="2400" dirty="0"/>
          </a:p>
          <a:p>
            <a:pPr marL="342900" indent="-342900">
              <a:buFont typeface="+mj-lt"/>
              <a:buAutoNum type="arabicPeriod"/>
            </a:pPr>
            <a:endParaRPr lang="pt-BR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Se uma imagem ficar distorcida ao ser redimensionada no layout, como a propriedade </a:t>
            </a:r>
            <a:r>
              <a:rPr lang="pt-BR" sz="2400" dirty="0" err="1"/>
              <a:t>object-fit</a:t>
            </a:r>
            <a:r>
              <a:rPr lang="pt-BR" sz="2400" dirty="0"/>
              <a:t>: cover; resolve esse problema</a:t>
            </a:r>
            <a:r>
              <a:rPr lang="pt-BR" sz="2400" dirty="0" smtClean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Qual é a utilidade da propriedade </a:t>
            </a:r>
            <a:r>
              <a:rPr lang="pt-BR" sz="2400" dirty="0" err="1"/>
              <a:t>flex-wrap</a:t>
            </a:r>
            <a:r>
              <a:rPr lang="pt-BR" sz="2400" dirty="0"/>
              <a:t>: </a:t>
            </a:r>
            <a:r>
              <a:rPr lang="pt-BR" sz="2400" dirty="0" err="1"/>
              <a:t>wrap</a:t>
            </a:r>
            <a:r>
              <a:rPr lang="pt-BR" sz="2400" dirty="0"/>
              <a:t>; em layouts responsivos feitos com </a:t>
            </a:r>
            <a:r>
              <a:rPr lang="pt-BR" sz="2400" dirty="0" err="1"/>
              <a:t>Flexbox</a:t>
            </a:r>
            <a:r>
              <a:rPr lang="pt-BR" sz="2400" dirty="0" smtClean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 De que forma a propriedade </a:t>
            </a:r>
            <a:r>
              <a:rPr lang="pt-BR" sz="2400" dirty="0" err="1"/>
              <a:t>line-height</a:t>
            </a:r>
            <a:r>
              <a:rPr lang="pt-BR" sz="2400" dirty="0"/>
              <a:t>: 1.4; melhora a experiência de leitura do usuário em blocos de texto ou legendas?</a:t>
            </a:r>
            <a:endParaRPr lang="pt-BR" sz="2400" b="0" dirty="0" smtClean="0">
              <a:effectLst/>
            </a:endParaRPr>
          </a:p>
          <a:p>
            <a:r>
              <a:rPr lang="pt-BR" sz="2400" dirty="0" smtClean="0"/>
              <a:t/>
            </a:r>
            <a:br>
              <a:rPr lang="pt-BR" sz="2400" dirty="0" smtClean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456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24</Words>
  <Application>Microsoft Office PowerPoint</Application>
  <PresentationFormat>Apresentação na tela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&lt;figure class="item-galeria"&gt; &lt;figure&gt;: É uma tag semântica que indica que o conteúdo dentro dela (geralmente uma imagem, gráfico ou foto) é uma unidade independente, mas que está relacionada ao texto principal.</dc:title>
  <dc:creator>Leusa Camargo</dc:creator>
  <cp:lastModifiedBy>Leusa Camargo</cp:lastModifiedBy>
  <cp:revision>5</cp:revision>
  <dcterms:created xsi:type="dcterms:W3CDTF">2026-05-27T16:38:21Z</dcterms:created>
  <dcterms:modified xsi:type="dcterms:W3CDTF">2026-05-27T17:43:21Z</dcterms:modified>
</cp:coreProperties>
</file>